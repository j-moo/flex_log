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46a90dd9054582" /><Relationship Type="http://schemas.openxmlformats.org/officeDocument/2006/relationships/extended-properties" Target="/docProps/app.xml" Id="R55c2a6c3280641ec" /><Relationship Type="http://schemas.openxmlformats.org/officeDocument/2006/relationships/officeDocument" Target="/ppt/presentation.xml" Id="Ra784126c7b7c47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86bdd86aba4243"/>
  </p:sldMasterIdLst>
  <p:notesMasterIdLst>
    <p:notesMasterId xmlns:r="http://schemas.openxmlformats.org/officeDocument/2006/relationships" r:id="Rea46bd38d6664faa"/>
  </p:notesMasterIdLst>
  <p:sldIdLst>
    <p:sldId xmlns:r="http://schemas.openxmlformats.org/officeDocument/2006/relationships" id="256" r:id="R369c559d952c4678"/>
    <p:sldId xmlns:r="http://schemas.openxmlformats.org/officeDocument/2006/relationships" id="257" r:id="R3c452d40478748ae"/>
    <p:sldId xmlns:r="http://schemas.openxmlformats.org/officeDocument/2006/relationships" id="258" r:id="Rc9c1609909fb40ae"/>
    <p:sldId xmlns:r="http://schemas.openxmlformats.org/officeDocument/2006/relationships" id="259" r:id="Re4b72d16889440e3"/>
    <p:sldId xmlns:r="http://schemas.openxmlformats.org/officeDocument/2006/relationships" id="260" r:id="R69ff2081e1594612"/>
    <p:sldId xmlns:r="http://schemas.openxmlformats.org/officeDocument/2006/relationships" id="261" r:id="Rf3f78dd6adb04119"/>
    <p:sldId xmlns:r="http://schemas.openxmlformats.org/officeDocument/2006/relationships" id="262" r:id="R1081f93128a84a5f"/>
    <p:sldId xmlns:r="http://schemas.openxmlformats.org/officeDocument/2006/relationships" id="263" r:id="Rb2c67f4343694aed"/>
    <p:sldId xmlns:r="http://schemas.openxmlformats.org/officeDocument/2006/relationships" id="264" r:id="Rd81471d3a490499d"/>
    <p:sldId xmlns:r="http://schemas.openxmlformats.org/officeDocument/2006/relationships" id="265" r:id="R5c263e654cb24eef"/>
    <p:sldId xmlns:r="http://schemas.openxmlformats.org/officeDocument/2006/relationships" id="266" r:id="Rac9e810aad11444e"/>
    <p:sldId xmlns:r="http://schemas.openxmlformats.org/officeDocument/2006/relationships" id="267" r:id="R776576ca4a864adf"/>
    <p:sldId xmlns:r="http://schemas.openxmlformats.org/officeDocument/2006/relationships" id="268" r:id="Rff292c76a00f4f9e"/>
    <p:sldId xmlns:r="http://schemas.openxmlformats.org/officeDocument/2006/relationships" id="269" r:id="R69353d4e451a423f"/>
    <p:sldId xmlns:r="http://schemas.openxmlformats.org/officeDocument/2006/relationships" id="270" r:id="R59b519d5e4f149d7"/>
    <p:sldId xmlns:r="http://schemas.openxmlformats.org/officeDocument/2006/relationships" id="271" r:id="R1d93a69e11b14c35"/>
    <p:sldId xmlns:r="http://schemas.openxmlformats.org/officeDocument/2006/relationships" id="272" r:id="Rf3e829e930cb4e50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57fee8b1874e70" /><Relationship Type="http://schemas.openxmlformats.org/officeDocument/2006/relationships/slideMaster" Target="/ppt/slideMasters/slideMaster1.xml" Id="R2286bdd86aba4243" /><Relationship Type="http://schemas.openxmlformats.org/officeDocument/2006/relationships/notesMaster" Target="/ppt/notesMasters/notesMaster1.xml" Id="Rea46bd38d6664faa" /><Relationship Type="http://schemas.openxmlformats.org/officeDocument/2006/relationships/presProps" Target="/ppt/presProps.xml" Id="Rb34c6f213f184529" /><Relationship Type="http://schemas.openxmlformats.org/officeDocument/2006/relationships/tableStyles" Target="/ppt/tableStyles.xml" Id="Rf821d370b3ac4e4d" /><Relationship Type="http://schemas.openxmlformats.org/officeDocument/2006/relationships/slide" Target="/ppt/slides/slide1.xml" Id="R369c559d952c4678" /><Relationship Type="http://schemas.openxmlformats.org/officeDocument/2006/relationships/slide" Target="/ppt/slides/slide2.xml" Id="R3c452d40478748ae" /><Relationship Type="http://schemas.openxmlformats.org/officeDocument/2006/relationships/slide" Target="/ppt/slides/slide3.xml" Id="Rc9c1609909fb40ae" /><Relationship Type="http://schemas.openxmlformats.org/officeDocument/2006/relationships/slide" Target="/ppt/slides/slide4.xml" Id="Re4b72d16889440e3" /><Relationship Type="http://schemas.openxmlformats.org/officeDocument/2006/relationships/slide" Target="/ppt/slides/slide5.xml" Id="R69ff2081e1594612" /><Relationship Type="http://schemas.openxmlformats.org/officeDocument/2006/relationships/slide" Target="/ppt/slides/slide6.xml" Id="Rf3f78dd6adb04119" /><Relationship Type="http://schemas.openxmlformats.org/officeDocument/2006/relationships/slide" Target="/ppt/slides/slide7.xml" Id="R1081f93128a84a5f" /><Relationship Type="http://schemas.openxmlformats.org/officeDocument/2006/relationships/slide" Target="/ppt/slides/slide8.xml" Id="Rb2c67f4343694aed" /><Relationship Type="http://schemas.openxmlformats.org/officeDocument/2006/relationships/slide" Target="/ppt/slides/slide9.xml" Id="Rd81471d3a490499d" /><Relationship Type="http://schemas.openxmlformats.org/officeDocument/2006/relationships/slide" Target="/ppt/slides/slide10.xml" Id="R5c263e654cb24eef" /><Relationship Type="http://schemas.openxmlformats.org/officeDocument/2006/relationships/slide" Target="/ppt/slides/slide11.xml" Id="Rac9e810aad11444e" /><Relationship Type="http://schemas.openxmlformats.org/officeDocument/2006/relationships/slide" Target="/ppt/slides/slide12.xml" Id="R776576ca4a864adf" /><Relationship Type="http://schemas.openxmlformats.org/officeDocument/2006/relationships/slide" Target="/ppt/slides/slide13.xml" Id="Rff292c76a00f4f9e" /><Relationship Type="http://schemas.openxmlformats.org/officeDocument/2006/relationships/slide" Target="/ppt/slides/slide14.xml" Id="R69353d4e451a423f" /><Relationship Type="http://schemas.openxmlformats.org/officeDocument/2006/relationships/slide" Target="/ppt/slides/slide15.xml" Id="R59b519d5e4f149d7" /><Relationship Type="http://schemas.openxmlformats.org/officeDocument/2006/relationships/slide" Target="/ppt/slides/slide16.xml" Id="R1d93a69e11b14c35" /><Relationship Type="http://schemas.openxmlformats.org/officeDocument/2006/relationships/slide" Target="/ppt/slides/slide17.xml" Id="Rf3e829e930cb4e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617e53826f4b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6f9d2e65c14ed2" /><Relationship Type="http://schemas.openxmlformats.org/officeDocument/2006/relationships/notesMaster" Target="/ppt/notesMasters/notesMaster1.xml" Id="R45c2798e3ea940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5c25c1fc714790" /><Relationship Type="http://schemas.openxmlformats.org/officeDocument/2006/relationships/notesMaster" Target="/ppt/notesMasters/notesMaster1.xml" Id="R528db1b813eb4e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705f5208bc414b" /><Relationship Type="http://schemas.openxmlformats.org/officeDocument/2006/relationships/notesMaster" Target="/ppt/notesMasters/notesMaster1.xml" Id="Rdf2ae2f878374c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cef359f0cc412d" /><Relationship Type="http://schemas.openxmlformats.org/officeDocument/2006/relationships/notesMaster" Target="/ppt/notesMasters/notesMaster1.xml" Id="Re1db58041be443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390de2f57541b4" /><Relationship Type="http://schemas.openxmlformats.org/officeDocument/2006/relationships/notesMaster" Target="/ppt/notesMasters/notesMaster1.xml" Id="Re0bc2afd21164f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5183de71f34dac" /><Relationship Type="http://schemas.openxmlformats.org/officeDocument/2006/relationships/notesMaster" Target="/ppt/notesMasters/notesMaster1.xml" Id="R931919a00d0443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7e9ea09a644ea9" /><Relationship Type="http://schemas.openxmlformats.org/officeDocument/2006/relationships/notesMaster" Target="/ppt/notesMasters/notesMaster1.xml" Id="R9ad85502534541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f98c8193434122" /><Relationship Type="http://schemas.openxmlformats.org/officeDocument/2006/relationships/notesMaster" Target="/ppt/notesMasters/notesMaster1.xml" Id="R672701d93b0145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063d4b941249ef" /><Relationship Type="http://schemas.openxmlformats.org/officeDocument/2006/relationships/notesMaster" Target="/ppt/notesMasters/notesMaster1.xml" Id="R7af5e1087b594e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6b9f9bbf274a6c" /><Relationship Type="http://schemas.openxmlformats.org/officeDocument/2006/relationships/notesMaster" Target="/ppt/notesMasters/notesMaster1.xml" Id="R9394460338954a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9602393a9c4974" /><Relationship Type="http://schemas.openxmlformats.org/officeDocument/2006/relationships/notesMaster" Target="/ppt/notesMasters/notesMaster1.xml" Id="Rd49def92e5f742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2f51c6d06f4cc5" /><Relationship Type="http://schemas.openxmlformats.org/officeDocument/2006/relationships/notesMaster" Target="/ppt/notesMasters/notesMaster1.xml" Id="R9862e857c93a49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cb4d6d47204435" /><Relationship Type="http://schemas.openxmlformats.org/officeDocument/2006/relationships/notesMaster" Target="/ppt/notesMasters/notesMaster1.xml" Id="R29e4c002e31e41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5a2321e6fa4080" /><Relationship Type="http://schemas.openxmlformats.org/officeDocument/2006/relationships/notesMaster" Target="/ppt/notesMasters/notesMaster1.xml" Id="R043635653e014d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fd6f07afbf4f9f" /><Relationship Type="http://schemas.openxmlformats.org/officeDocument/2006/relationships/notesMaster" Target="/ppt/notesMasters/notesMaster1.xml" Id="Rc49fbb12f1dd44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38e530d3af46bc" /><Relationship Type="http://schemas.openxmlformats.org/officeDocument/2006/relationships/notesMaster" Target="/ppt/notesMasters/notesMaster1.xml" Id="R272735ba13594e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690b219bb74e8a" /><Relationship Type="http://schemas.openxmlformats.org/officeDocument/2006/relationships/notesMaster" Target="/ppt/notesMasters/notesMaster1.xml" Id="Rf7b2ee1e08a54e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37643151049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8df3e716f24fc3" /><Relationship Type="http://schemas.openxmlformats.org/officeDocument/2006/relationships/slideLayout" Target="/ppt/slideLayouts/slideLayout1.xml" Id="R002b08875f8840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2b08875f8840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c398413da40cb" /><Relationship Type="http://schemas.openxmlformats.org/officeDocument/2006/relationships/image" Target="/ppt/media/image.png" Id="R3bd4e313c47f4c6f" /><Relationship Type="http://schemas.openxmlformats.org/officeDocument/2006/relationships/notesSlide" Target="/ppt/notesSlides/notesSlide1.xml" Id="Rc8c7af6a784b41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ef5caee3345bf" /><Relationship Type="http://schemas.openxmlformats.org/officeDocument/2006/relationships/image" Target="/ppt/media/image2.png" Id="R98b67082a86e439f" /><Relationship Type="http://schemas.openxmlformats.org/officeDocument/2006/relationships/notesSlide" Target="/ppt/notesSlides/notesSlide2.xml" Id="R9920f160b3c040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70573a7a049cb" /><Relationship Type="http://schemas.openxmlformats.org/officeDocument/2006/relationships/image" Target="/ppt/media/image3.png" Id="R377255a6c807436c" /><Relationship Type="http://schemas.openxmlformats.org/officeDocument/2006/relationships/notesSlide" Target="/ppt/notesSlides/notesSlide3.xml" Id="R93782c82689949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31d721d104705" /><Relationship Type="http://schemas.openxmlformats.org/officeDocument/2006/relationships/image" Target="/ppt/media/image4.png" Id="Rf4149d3261994be4" /><Relationship Type="http://schemas.openxmlformats.org/officeDocument/2006/relationships/notesSlide" Target="/ppt/notesSlides/notesSlide4.xml" Id="R934338f6dd404d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fe19fe4494237" /><Relationship Type="http://schemas.openxmlformats.org/officeDocument/2006/relationships/image" Target="/ppt/media/image5.png" Id="Rc6272fa6bce54d5b" /><Relationship Type="http://schemas.openxmlformats.org/officeDocument/2006/relationships/notesSlide" Target="/ppt/notesSlides/notesSlide5.xml" Id="Rcb096756126642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fa67c60b24998" /><Relationship Type="http://schemas.openxmlformats.org/officeDocument/2006/relationships/image" Target="/ppt/media/image6.png" Id="Reaf37875c4414ecd" /><Relationship Type="http://schemas.openxmlformats.org/officeDocument/2006/relationships/notesSlide" Target="/ppt/notesSlides/notesSlide6.xml" Id="Rdca49480b4f24e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aa48070774390" /><Relationship Type="http://schemas.openxmlformats.org/officeDocument/2006/relationships/image" Target="/ppt/media/image7.png" Id="Ra42f15812f3d49aa" /><Relationship Type="http://schemas.openxmlformats.org/officeDocument/2006/relationships/notesSlide" Target="/ppt/notesSlides/notesSlide7.xml" Id="R2d72238d21164f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f2944434d4aa1" /><Relationship Type="http://schemas.openxmlformats.org/officeDocument/2006/relationships/image" Target="/ppt/media/image8.png" Id="R05638d40480445f1" /><Relationship Type="http://schemas.openxmlformats.org/officeDocument/2006/relationships/notesSlide" Target="/ppt/notesSlides/notesSlide8.xml" Id="R16e17eb3e9cb43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6ba045cf6418f" /><Relationship Type="http://schemas.openxmlformats.org/officeDocument/2006/relationships/image" Target="/ppt/media/image9.png" Id="R09e737887cab414a" /><Relationship Type="http://schemas.openxmlformats.org/officeDocument/2006/relationships/notesSlide" Target="/ppt/notesSlides/notesSlide9.xml" Id="R21ce6ee9977d4d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e150ac3f5460b" /><Relationship Type="http://schemas.openxmlformats.org/officeDocument/2006/relationships/image" Target="/ppt/media/image10.png" Id="R62d34096f53a4578" /><Relationship Type="http://schemas.openxmlformats.org/officeDocument/2006/relationships/notesSlide" Target="/ppt/notesSlides/notesSlide10.xml" Id="R1420973bacd941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26bb8c2d64a92" /><Relationship Type="http://schemas.openxmlformats.org/officeDocument/2006/relationships/image" Target="/ppt/media/image11.png" Id="R0dd88c4c360d4527" /><Relationship Type="http://schemas.openxmlformats.org/officeDocument/2006/relationships/notesSlide" Target="/ppt/notesSlides/notesSlide11.xml" Id="R7245d20039a24c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6078f1a304646" /><Relationship Type="http://schemas.openxmlformats.org/officeDocument/2006/relationships/image" Target="/ppt/media/image12.png" Id="R2d87183852554ed4" /><Relationship Type="http://schemas.openxmlformats.org/officeDocument/2006/relationships/notesSlide" Target="/ppt/notesSlides/notesSlide12.xml" Id="Redd9a73b6ede4b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5b82c22a04077" /><Relationship Type="http://schemas.openxmlformats.org/officeDocument/2006/relationships/image" Target="/ppt/media/image13.png" Id="R5d968f4cb41e4bb7" /><Relationship Type="http://schemas.openxmlformats.org/officeDocument/2006/relationships/notesSlide" Target="/ppt/notesSlides/notesSlide13.xml" Id="R85d8be028bf34c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4fc62078d4402" /><Relationship Type="http://schemas.openxmlformats.org/officeDocument/2006/relationships/image" Target="/ppt/media/image14.png" Id="R003c9de487314106" /><Relationship Type="http://schemas.openxmlformats.org/officeDocument/2006/relationships/notesSlide" Target="/ppt/notesSlides/notesSlide14.xml" Id="Rccb07507275947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c54437d7d47a4" /><Relationship Type="http://schemas.openxmlformats.org/officeDocument/2006/relationships/image" Target="/ppt/media/image15.png" Id="Rd5c8dcea3dc74957" /><Relationship Type="http://schemas.openxmlformats.org/officeDocument/2006/relationships/notesSlide" Target="/ppt/notesSlides/notesSlide15.xml" Id="Rfff24dc386f94c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510d471144e82" /><Relationship Type="http://schemas.openxmlformats.org/officeDocument/2006/relationships/image" Target="/ppt/media/image16.png" Id="R9796707f7532429c" /><Relationship Type="http://schemas.openxmlformats.org/officeDocument/2006/relationships/notesSlide" Target="/ppt/notesSlides/notesSlide16.xml" Id="R3e9ea024f68440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dd5e9d54c4a5d" /><Relationship Type="http://schemas.openxmlformats.org/officeDocument/2006/relationships/image" Target="/ppt/media/image17.png" Id="Rf78eb134816e4413" /><Relationship Type="http://schemas.openxmlformats.org/officeDocument/2006/relationships/notesSlide" Target="/ppt/notesSlides/notesSlide17.xml" Id="R459ee750482844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4e313c47f4c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73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67082a86e43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53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255a6c80743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93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49d3261994b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75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72fa6bce54d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89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37875c4414e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552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f15812f3d49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25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38d40480445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537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737887cab41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600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34096f53a45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825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88c4c360d45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425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7183852554e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85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68f4cb41e4b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03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c9de4873141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170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8dcea3dc749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649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6707f753242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3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eb134816e44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03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2026-06-25T07:08:31.7280000Z</dcterms:created>
  <dcterms:modified xsi:type="dcterms:W3CDTF">2026-06-25T07:08:31.7280000Z</dcterms:modified>
</coreProperties>
</file>